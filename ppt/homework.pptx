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535" r:id="rId2"/>
    <p:sldId id="256" r:id="rId3"/>
    <p:sldId id="536" r:id="rId4"/>
    <p:sldId id="537" r:id="rId5"/>
    <p:sldId id="538" r:id="rId6"/>
    <p:sldId id="539" r:id="rId7"/>
    <p:sldId id="540" r:id="rId8"/>
    <p:sldId id="541" r:id="rId9"/>
    <p:sldId id="542" r:id="rId10"/>
    <p:sldId id="543" r:id="rId11"/>
    <p:sldId id="544" r:id="rId12"/>
    <p:sldId id="54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/>
    <p:restoredTop sz="94629"/>
  </p:normalViewPr>
  <p:slideViewPr>
    <p:cSldViewPr snapToGrid="0">
      <p:cViewPr varScale="1">
        <p:scale>
          <a:sx n="87" d="100"/>
          <a:sy n="87" d="100"/>
        </p:scale>
        <p:origin x="21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C041E-CCAC-8D4B-A233-4B65872E7DFF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D3670-AC80-584F-AA48-0387347CFF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843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s-IS" sz="1200" kern="1200" dirty="0"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17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fld id="{CEC86F24-63B9-D441-A58D-D4168AB3FD8A}" type="slidenum">
              <a:rPr kumimoji="0" lang="de-D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017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  <a:defRPr/>
              </a:pPr>
              <a:t>1</a:t>
            </a:fld>
            <a:endParaRPr kumimoji="0" lang="de-DE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16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CA1FC-A4F0-F3A0-297C-53455690B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49D862-9472-3C56-6DEB-6C5F2858A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1596B7-C33A-8A02-4B26-17CFC5632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8E90E2-CD39-7E6A-ED88-8B5892A5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A77840-67AE-688A-0B25-10356A58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710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8C3BE-5EA4-629A-3C2F-CF62E6F4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CFE5D0-8038-4900-6AD6-7167B063D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CF33E7-DFDB-EF87-9619-A51F9320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17B28D-5B3E-2C8D-3260-312E63DE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ACB17-23B3-3B61-49C1-5A9A76BE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473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4800B-2C54-BCD2-B51B-A18792853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545270-CDA4-5F52-75CC-2D4AABB17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E11B7E-4CEC-5748-8F3C-CC198EF3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C50CA7-93DA-13E4-CE04-D2493793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6DF112-C46F-F90B-E9E8-2BCF479B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3017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94DE5-F9A5-50E6-4F4E-15AEDC480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BFB46-2245-C000-FB70-7729425A5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7A70C0-69BE-90EE-0A72-CDBA7AD6A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520B54-2AA0-00AB-092A-88703422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DA13A3-3971-AE58-9316-55362E10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53244E-D5D5-9F2C-D8B0-C740DE15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090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A5E22-ED09-0ECD-816C-5352ED00A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7FC908-526B-0B09-575C-8F72DB457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5C09DC-C827-07EA-98C7-D4DFF71B4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98B26F-B22D-AFE5-4A5C-C476216BC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37E78E-6137-7DE4-6608-6DEFDBE85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597CDA-7FB0-EA3D-0B53-F14847AE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1A8028-F22E-C23A-EFEB-E3D2505D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7EAE42-3C3F-E31B-D35E-8DE0A520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374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B02D4-23BF-7FC9-6454-F5D70C1D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D0F5A4-CC2D-CA31-AB5A-E63545A5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F350F-8856-D6FE-C132-DAA6B5E5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478ED4-3A47-0ADE-89D7-2E4C4BC2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278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5740EC-150A-B448-8A55-88B9C729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55A89D-32B7-22E6-1C77-A2842AFC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71408D-0C63-D544-438F-B46ED5DC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379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50740-A523-1AB5-F52A-3BF6212B8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822FF-B840-137D-3986-25FE44BB5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4BB810-BBDD-AD5E-62E5-23EB0F44A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E9984B-FFD6-1989-95F4-3789BB91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7892D2-0DE9-DB44-6217-4FAD38C4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136EE4-2A98-A362-C65E-7E4E6C1B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71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6D60E-0B6B-1CF4-46A6-C78659C3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700B14-FD01-06D2-0989-42BA6C358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0032CB-AC59-7CA6-3366-984913454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2D4A71-A6C8-99FA-7984-853851C1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7983D3-CA24-AD8B-BA21-59B14F92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92241C-7D2F-62CD-0B3E-A023BA98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729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63F01-0DBB-618E-BB8B-F9FF38B58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274911-E857-FE07-3605-B45712DCA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A71EE4-BB97-00B3-15CA-C881C2EE6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6E3BE-3F1D-33EE-A5AC-D8459E4A9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5C5E73-626E-AE71-A990-BD4CBBE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665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8ACFA6-BAB5-90F8-71D6-A1FD0D345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7043D3-6287-F46E-9946-768DF9A2B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F8AD29-9BCC-A6FD-0EE2-A011038D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D285F-BD82-7644-CBC4-5CB8BA15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E47C27-969E-84CE-F1F4-995258AD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513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0F42DB-A7F4-E83B-400E-CB03FC8A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9A8170-6ACE-196D-2670-AB4A16550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6E6E7F-A82B-7150-FF80-AD6AF2B96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4C9BD-3409-1241-B32C-08983D18B443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77743-5BC7-5268-F923-7AC170B4A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B929BD-32B0-19BF-B06E-CD3EAE6C5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2E48E-14F3-6541-A500-BA8401B98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775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340"/>
          <p:cNvSpPr txBox="1">
            <a:spLocks noGrp="1" noChangeArrowheads="1"/>
          </p:cNvSpPr>
          <p:nvPr/>
        </p:nvSpPr>
        <p:spPr bwMode="auto">
          <a:xfrm>
            <a:off x="10529889" y="6705600"/>
            <a:ext cx="153987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1pPr>
            <a:lvl2pPr marL="742950" indent="-285750"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2pPr>
            <a:lvl3pPr marL="1143000" indent="-228600"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3pPr>
            <a:lvl4pPr marL="1600200" indent="-228600"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4pPr>
            <a:lvl5pPr marL="2057400" indent="-228600"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rgbClr val="000000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5C44403-CF95-F749-A703-4F3AC45A7EFC}" type="slidenum">
              <a:rPr lang="en-GB" altLang="en-US" sz="900">
                <a:latin typeface="Times New Roman" charset="0"/>
                <a:ea typeface="Times New Roman" charset="0"/>
                <a:cs typeface="Times New Roman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GB" altLang="en-US" sz="90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5422900" y="7080850"/>
            <a:ext cx="1422400" cy="138499"/>
          </a:xfrm>
        </p:spPr>
        <p:txBody>
          <a:bodyPr anchor="ctr">
            <a:normAutofit fontScale="47500" lnSpcReduction="20000"/>
          </a:bodyPr>
          <a:lstStyle/>
          <a:p>
            <a:pPr marL="0" indent="0" algn="ctr">
              <a:buNone/>
            </a:pPr>
            <a:endParaRPr lang="en-GB" altLang="en-US" sz="90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98C04F-F428-644E-854C-E7FCD94E2D1E}"/>
              </a:ext>
            </a:extLst>
          </p:cNvPr>
          <p:cNvSpPr/>
          <p:nvPr/>
        </p:nvSpPr>
        <p:spPr>
          <a:xfrm>
            <a:off x="1143000" y="980343"/>
            <a:ext cx="58432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" pitchFamily="2" charset="0"/>
              </a:rPr>
              <a:t>1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sz="2000" dirty="0">
                <a:latin typeface="Times" pitchFamily="2" charset="0"/>
              </a:rPr>
              <a:t>Compute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pi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and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e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(t</a:t>
            </a:r>
            <a:r>
              <a:rPr lang="en-US" sz="2000" dirty="0">
                <a:latin typeface="Times" pitchFamily="2" charset="0"/>
              </a:rPr>
              <a:t>he base of the natural logarithms</a:t>
            </a:r>
            <a:r>
              <a:rPr lang="en-US" altLang="zh-CN" sz="2000" dirty="0">
                <a:latin typeface="Times" pitchFamily="2" charset="0"/>
              </a:rPr>
              <a:t>)</a:t>
            </a:r>
          </a:p>
          <a:p>
            <a:r>
              <a:rPr lang="en-US" altLang="zh-CN" sz="2000" dirty="0">
                <a:latin typeface="Times" pitchFamily="2" charset="0"/>
              </a:rPr>
              <a:t>2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Plot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the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butterfly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curve</a:t>
            </a:r>
            <a:endParaRPr lang="en-C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EAD49-BA2E-2544-9C19-D51C88C18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940" y="2331122"/>
            <a:ext cx="3799061" cy="3799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74949C-BDFD-8849-B1EA-69FC750CC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609" y="2331122"/>
            <a:ext cx="3622701" cy="362270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BBBAFEF-97AB-2A25-B0C7-9A60DA7D7B2F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第一次作业</a:t>
            </a:r>
          </a:p>
        </p:txBody>
      </p:sp>
    </p:spTree>
    <p:extLst>
      <p:ext uri="{BB962C8B-B14F-4D97-AF65-F5344CB8AC3E}">
        <p14:creationId xmlns:p14="http://schemas.microsoft.com/office/powerpoint/2010/main" val="4104593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D4C8B1E-D219-4F02-EDEA-B28E723BFC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971"/>
          <a:stretch>
            <a:fillRect/>
          </a:stretch>
        </p:blipFill>
        <p:spPr>
          <a:xfrm>
            <a:off x="274499" y="-137787"/>
            <a:ext cx="11643001" cy="699578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FBF2260-5A11-A4A5-FFF4-D095F42B8766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第二次作业</a:t>
            </a:r>
          </a:p>
        </p:txBody>
      </p:sp>
    </p:spTree>
    <p:extLst>
      <p:ext uri="{BB962C8B-B14F-4D97-AF65-F5344CB8AC3E}">
        <p14:creationId xmlns:p14="http://schemas.microsoft.com/office/powerpoint/2010/main" val="377005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8BEC03E-6B39-13BC-83CA-FF2D8B69FC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540"/>
          <a:stretch>
            <a:fillRect/>
          </a:stretch>
        </p:blipFill>
        <p:spPr>
          <a:xfrm>
            <a:off x="103664" y="1"/>
            <a:ext cx="11096418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3F01EC8-CACF-6CE9-807C-8BE376D0BA04}"/>
              </a:ext>
            </a:extLst>
          </p:cNvPr>
          <p:cNvSpPr txBox="1"/>
          <p:nvPr/>
        </p:nvSpPr>
        <p:spPr>
          <a:xfrm>
            <a:off x="488515" y="162838"/>
            <a:ext cx="3607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第三次作业</a:t>
            </a:r>
          </a:p>
        </p:txBody>
      </p:sp>
    </p:spTree>
    <p:extLst>
      <p:ext uri="{BB962C8B-B14F-4D97-AF65-F5344CB8AC3E}">
        <p14:creationId xmlns:p14="http://schemas.microsoft.com/office/powerpoint/2010/main" val="56143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B0BF-E82A-9A92-047F-D367E5053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2FBA97F-A147-982D-8FB0-090E7FF5F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07" y="-87681"/>
            <a:ext cx="9917157" cy="70079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9250791-9A60-2B2C-A894-B3763BA2245B}"/>
              </a:ext>
            </a:extLst>
          </p:cNvPr>
          <p:cNvSpPr txBox="1"/>
          <p:nvPr/>
        </p:nvSpPr>
        <p:spPr>
          <a:xfrm>
            <a:off x="488515" y="162838"/>
            <a:ext cx="3607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第四次作业</a:t>
            </a:r>
          </a:p>
        </p:txBody>
      </p:sp>
    </p:spTree>
    <p:extLst>
      <p:ext uri="{BB962C8B-B14F-4D97-AF65-F5344CB8AC3E}">
        <p14:creationId xmlns:p14="http://schemas.microsoft.com/office/powerpoint/2010/main" val="229780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6C771-9BD2-ACF8-9E0B-D5EE5512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9F1BD2-B3E5-6739-7274-2A7DC6987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5" y="162838"/>
            <a:ext cx="9213937" cy="651103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D2497-3C3D-CD1D-3042-8EC7D6A718DD}"/>
              </a:ext>
            </a:extLst>
          </p:cNvPr>
          <p:cNvSpPr txBox="1"/>
          <p:nvPr/>
        </p:nvSpPr>
        <p:spPr>
          <a:xfrm>
            <a:off x="488515" y="162838"/>
            <a:ext cx="3607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第五次作业</a:t>
            </a:r>
          </a:p>
        </p:txBody>
      </p:sp>
    </p:spTree>
    <p:extLst>
      <p:ext uri="{BB962C8B-B14F-4D97-AF65-F5344CB8AC3E}">
        <p14:creationId xmlns:p14="http://schemas.microsoft.com/office/powerpoint/2010/main" val="2168666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F1652-6B25-A009-BD06-ACDC3C71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1F7FF83-5CF4-A602-AF53-B8B140A62B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94"/>
          <a:stretch>
            <a:fillRect/>
          </a:stretch>
        </p:blipFill>
        <p:spPr>
          <a:xfrm>
            <a:off x="488515" y="162839"/>
            <a:ext cx="9961959" cy="669516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0607DA5-3B44-4BD0-3629-9F6CF1428221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第六次作业</a:t>
            </a:r>
          </a:p>
        </p:txBody>
      </p:sp>
    </p:spTree>
    <p:extLst>
      <p:ext uri="{BB962C8B-B14F-4D97-AF65-F5344CB8AC3E}">
        <p14:creationId xmlns:p14="http://schemas.microsoft.com/office/powerpoint/2010/main" val="559162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D2F7-9FA2-8979-40E0-613FEA11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694FFE-7ED8-AEAF-0354-62BABAF94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5" y="149280"/>
            <a:ext cx="9493685" cy="670872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BC8E2DB-0671-4A4C-1944-7429F6186319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第七次作业</a:t>
            </a:r>
          </a:p>
        </p:txBody>
      </p:sp>
    </p:spTree>
    <p:extLst>
      <p:ext uri="{BB962C8B-B14F-4D97-AF65-F5344CB8AC3E}">
        <p14:creationId xmlns:p14="http://schemas.microsoft.com/office/powerpoint/2010/main" val="2428636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820C-5AF2-0BF6-E3C1-9CE0CAFB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0319A3-1A7F-8D32-D179-71874D49F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06" y="237795"/>
            <a:ext cx="9368425" cy="66202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165ABDE-D08C-AC11-DE46-F885E095469B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第八次作业</a:t>
            </a:r>
          </a:p>
        </p:txBody>
      </p:sp>
    </p:spTree>
    <p:extLst>
      <p:ext uri="{BB962C8B-B14F-4D97-AF65-F5344CB8AC3E}">
        <p14:creationId xmlns:p14="http://schemas.microsoft.com/office/powerpoint/2010/main" val="2235983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E605-BC44-461B-A1B5-977FC1F6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E7224C-E47C-C0AF-28F5-ED083CE54BB3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第九次作业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CDEEBA-332D-11B2-3E87-03A79596F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911568"/>
            <a:ext cx="9982200" cy="55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11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07715-0C78-B15B-4C95-F106EA8D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9A3136B-3399-78B5-A89D-721FCE122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0" y="344183"/>
            <a:ext cx="9289026" cy="61696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E6F9D6C-CE44-D51A-17FB-09EBF22AED6B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第十次作业</a:t>
            </a:r>
          </a:p>
        </p:txBody>
      </p:sp>
    </p:spTree>
    <p:extLst>
      <p:ext uri="{BB962C8B-B14F-4D97-AF65-F5344CB8AC3E}">
        <p14:creationId xmlns:p14="http://schemas.microsoft.com/office/powerpoint/2010/main" val="2592995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ED59-4B91-2341-90F2-85FF9FC7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2B206FD-99C7-08FE-8E1E-D9BEF5908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5" y="686058"/>
            <a:ext cx="10291916" cy="56408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B6D51A-CEA3-A59A-16BF-05195F7962AD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第十一次作业</a:t>
            </a:r>
          </a:p>
        </p:txBody>
      </p:sp>
    </p:spTree>
    <p:extLst>
      <p:ext uri="{BB962C8B-B14F-4D97-AF65-F5344CB8AC3E}">
        <p14:creationId xmlns:p14="http://schemas.microsoft.com/office/powerpoint/2010/main" val="1823496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D5B1-27F2-759F-4A87-20DAF8810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7E3641D-3225-6B75-2B39-715A30BA2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0" y="344183"/>
            <a:ext cx="9289026" cy="61696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94F57C7-890C-E9F7-01AF-4F746E0ADE43}"/>
              </a:ext>
            </a:extLst>
          </p:cNvPr>
          <p:cNvSpPr txBox="1"/>
          <p:nvPr/>
        </p:nvSpPr>
        <p:spPr>
          <a:xfrm>
            <a:off x="488515" y="162838"/>
            <a:ext cx="2467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第十二次作业</a:t>
            </a:r>
          </a:p>
        </p:txBody>
      </p:sp>
    </p:spTree>
    <p:extLst>
      <p:ext uri="{BB962C8B-B14F-4D97-AF65-F5344CB8AC3E}">
        <p14:creationId xmlns:p14="http://schemas.microsoft.com/office/powerpoint/2010/main" val="1109843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56</Words>
  <Application>Microsoft Macintosh PowerPoint</Application>
  <PresentationFormat>宽屏</PresentationFormat>
  <Paragraphs>16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SimHei</vt:lpstr>
      <vt:lpstr>Times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e33023</dc:creator>
  <cp:lastModifiedBy>e33023</cp:lastModifiedBy>
  <cp:revision>2</cp:revision>
  <dcterms:created xsi:type="dcterms:W3CDTF">2026-04-12T12:43:52Z</dcterms:created>
  <dcterms:modified xsi:type="dcterms:W3CDTF">2026-06-07T06:58:47Z</dcterms:modified>
</cp:coreProperties>
</file>