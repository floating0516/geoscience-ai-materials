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535" r:id="rId2"/>
    <p:sldId id="256" r:id="rId3"/>
    <p:sldId id="536" r:id="rId4"/>
    <p:sldId id="537" r:id="rId5"/>
    <p:sldId id="538" r:id="rId6"/>
    <p:sldId id="539" r:id="rId7"/>
    <p:sldId id="540" r:id="rId8"/>
    <p:sldId id="541" r:id="rId9"/>
    <p:sldId id="542" r:id="rId10"/>
    <p:sldId id="543" r:id="rId11"/>
    <p:sldId id="544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02"/>
    <p:restoredTop sz="94629"/>
  </p:normalViewPr>
  <p:slideViewPr>
    <p:cSldViewPr snapToGrid="0">
      <p:cViewPr varScale="1">
        <p:scale>
          <a:sx n="87" d="100"/>
          <a:sy n="87" d="100"/>
        </p:scale>
        <p:origin x="216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0C041E-CCAC-8D4B-A233-4B65872E7DFF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FD3670-AC80-584F-AA48-0387347CFF6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784383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is-IS" sz="1200" kern="1200" dirty="0">
              <a:solidFill>
                <a:schemeClr val="tx1"/>
              </a:solidFill>
              <a:effectLst/>
              <a:latin typeface="Arial" pitchFamily="34" charset="0"/>
              <a:ea typeface="宋体" pitchFamily="2" charset="-122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Arial" pitchFamily="34" charset="0"/>
              <a:ea typeface="宋体" pitchFamily="2" charset="-122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017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fld id="{CEC86F24-63B9-D441-A58D-D4168AB3FD8A}" type="slidenum">
              <a:rPr kumimoji="0" lang="de-DE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宋体" charset="-122"/>
                <a:cs typeface="+mn-cs"/>
              </a:rPr>
              <a:pPr marL="0" marR="0" lvl="0" indent="0" algn="r" defTabSz="9017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  <a:defRPr/>
              </a:pPr>
              <a:t>1</a:t>
            </a:fld>
            <a:endParaRPr kumimoji="0" lang="de-DE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宋体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4165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6CA1FC-A4F0-F3A0-297C-53455690BC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A49D862-9472-3C56-6DEB-6C5F2858A9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1596B7-C33A-8A02-4B26-17CFC5632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4C9BD-3409-1241-B32C-08983D18B443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8E90E2-CD39-7E6A-ED88-8B5892A50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DA77840-67AE-688A-0B25-10356A58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2E48E-14F3-6541-A500-BA8401B9885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47101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B8C3BE-5EA4-629A-3C2F-CF62E6F40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CFE5D0-8038-4900-6AD6-7167B063D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CF33E7-DFDB-EF87-9619-A51F93206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4C9BD-3409-1241-B32C-08983D18B443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417B28D-5B3E-2C8D-3260-312E63DE4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2ACB17-23B3-3B61-49C1-5A9A76BE5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2E48E-14F3-6541-A500-BA8401B9885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64739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14800B-2C54-BCD2-B51B-A18792853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545270-CDA4-5F52-75CC-2D4AABB17D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E11B7E-4CEC-5748-8F3C-CC198EF3C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4C9BD-3409-1241-B32C-08983D18B443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C50CA7-93DA-13E4-CE04-D24937939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6DF112-C46F-F90B-E9E8-2BCF479B7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2E48E-14F3-6541-A500-BA8401B9885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03017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294DE5-F9A5-50E6-4F4E-15AEDC480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4CBFB46-2245-C000-FB70-7729425A54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D7A70C0-69BE-90EE-0A72-CDBA7AD6AC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6520B54-2AA0-00AB-092A-887034227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4C9BD-3409-1241-B32C-08983D18B443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DA13A3-3971-AE58-9316-55362E10E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E53244E-D5D5-9F2C-D8B0-C740DE15C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2E48E-14F3-6541-A500-BA8401B9885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40903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DA5E22-ED09-0ECD-816C-5352ED00A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A7FC908-526B-0B09-575C-8F72DB4573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95C09DC-C827-07EA-98C7-D4DFF71B42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098B26F-B22D-AFE5-4A5C-C476216BCC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137E78E-6137-7DE4-6608-6DEFDBE854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D597CDA-7FB0-EA3D-0B53-F14847AEC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4C9BD-3409-1241-B32C-08983D18B443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51A8028-F22E-C23A-EFEB-E3D2505DE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97EAE42-3C3F-E31B-D35E-8DE0A5208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2E48E-14F3-6541-A500-BA8401B9885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23744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9B02D4-23BF-7FC9-6454-F5D70C1DE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8D0F5A4-CC2D-CA31-AB5A-E63545A52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4C9BD-3409-1241-B32C-08983D18B443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9F350F-8856-D6FE-C132-DAA6B5E55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6478ED4-3A47-0ADE-89D7-2E4C4BC23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2E48E-14F3-6541-A500-BA8401B9885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32783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35740EC-150A-B448-8A55-88B9C729B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4C9BD-3409-1241-B32C-08983D18B443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355A89D-32B7-22E6-1C77-A2842AFC4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771408D-0C63-D544-438F-B46ED5DC8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2E48E-14F3-6541-A500-BA8401B9885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83798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550740-A523-1AB5-F52A-3BF6212B8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43822FF-B840-137D-3986-25FE44BB5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94BB810-BBDD-AD5E-62E5-23EB0F44AC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7E9984B-FFD6-1989-95F4-3789BB910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4C9BD-3409-1241-B32C-08983D18B443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E7892D2-0DE9-DB44-6217-4FAD38C4C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0136EE4-2A98-A362-C65E-7E4E6C1B9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2E48E-14F3-6541-A500-BA8401B9885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6712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36D60E-0B6B-1CF4-46A6-C78659C37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B700B14-FD01-06D2-0989-42BA6C3581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40032CB-AC59-7CA6-3366-9849134542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2D4A71-A6C8-99FA-7984-853851C1F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4C9BD-3409-1241-B32C-08983D18B443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7983D3-CA24-AD8B-BA21-59B14F92F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192241C-7D2F-62CD-0B3E-A023BA987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2E48E-14F3-6541-A500-BA8401B9885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729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263F01-0DBB-618E-BB8B-F9FF38B58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2274911-E857-FE07-3605-B45712DCA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A71EE4-BB97-00B3-15CA-C881C2EE6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4C9BD-3409-1241-B32C-08983D18B443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E6E3BE-3F1D-33EE-A5AC-D8459E4A9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5C5E73-626E-AE71-A990-BD4CBBE8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2E48E-14F3-6541-A500-BA8401B9885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76651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68ACFA6-BAB5-90F8-71D6-A1FD0D345E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E7043D3-6287-F46E-9946-768DF9A2BA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F8AD29-9BCC-A6FD-0EE2-A011038D9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4C9BD-3409-1241-B32C-08983D18B443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FD285F-BD82-7644-CBC4-5CB8BA15E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E47C27-969E-84CE-F1F4-995258AD4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2E48E-14F3-6541-A500-BA8401B9885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15139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00F42DB-A7F4-E83B-400E-CB03FC8A6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69A8170-6ACE-196D-2670-AB4A16550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36E6E7F-A82B-7150-FF80-AD6AF2B964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04C9BD-3409-1241-B32C-08983D18B443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F77743-5BC7-5268-F923-7AC170B4AC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B929BD-32B0-19BF-B06E-CD3EAE6C5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22E48E-14F3-6541-A500-BA8401B9885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07753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tif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3" name="Rectangle 340"/>
          <p:cNvSpPr txBox="1">
            <a:spLocks noGrp="1" noChangeArrowheads="1"/>
          </p:cNvSpPr>
          <p:nvPr/>
        </p:nvSpPr>
        <p:spPr bwMode="auto">
          <a:xfrm>
            <a:off x="10529889" y="6705600"/>
            <a:ext cx="153987" cy="128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sz="1300" b="1">
                <a:solidFill>
                  <a:srgbClr val="000000"/>
                </a:solidFill>
                <a:latin typeface="Arial" charset="0"/>
                <a:ea typeface="宋体" charset="-122"/>
              </a:defRPr>
            </a:lvl1pPr>
            <a:lvl2pPr marL="742950" indent="-285750">
              <a:defRPr sz="1300" b="1">
                <a:solidFill>
                  <a:srgbClr val="000000"/>
                </a:solidFill>
                <a:latin typeface="Arial" charset="0"/>
                <a:ea typeface="宋体" charset="-122"/>
              </a:defRPr>
            </a:lvl2pPr>
            <a:lvl3pPr marL="1143000" indent="-228600">
              <a:defRPr sz="1300" b="1">
                <a:solidFill>
                  <a:srgbClr val="000000"/>
                </a:solidFill>
                <a:latin typeface="Arial" charset="0"/>
                <a:ea typeface="宋体" charset="-122"/>
              </a:defRPr>
            </a:lvl3pPr>
            <a:lvl4pPr marL="1600200" indent="-228600">
              <a:defRPr sz="1300" b="1">
                <a:solidFill>
                  <a:srgbClr val="000000"/>
                </a:solidFill>
                <a:latin typeface="Arial" charset="0"/>
                <a:ea typeface="宋体" charset="-122"/>
              </a:defRPr>
            </a:lvl4pPr>
            <a:lvl5pPr marL="2057400" indent="-228600">
              <a:defRPr sz="1300" b="1">
                <a:solidFill>
                  <a:srgbClr val="000000"/>
                </a:solidFill>
                <a:latin typeface="Arial" charset="0"/>
                <a:ea typeface="宋体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 b="1">
                <a:solidFill>
                  <a:srgbClr val="000000"/>
                </a:solidFill>
                <a:latin typeface="Arial" charset="0"/>
                <a:ea typeface="宋体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 b="1">
                <a:solidFill>
                  <a:srgbClr val="000000"/>
                </a:solidFill>
                <a:latin typeface="Arial" charset="0"/>
                <a:ea typeface="宋体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 b="1">
                <a:solidFill>
                  <a:srgbClr val="000000"/>
                </a:solidFill>
                <a:latin typeface="Arial" charset="0"/>
                <a:ea typeface="宋体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 b="1">
                <a:solidFill>
                  <a:srgbClr val="000000"/>
                </a:solidFill>
                <a:latin typeface="Arial" charset="0"/>
                <a:ea typeface="宋体" charset="-122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C5C44403-CF95-F749-A703-4F3AC45A7EFC}" type="slidenum">
              <a:rPr lang="en-GB" altLang="en-US" sz="900">
                <a:latin typeface="Times New Roman" charset="0"/>
                <a:ea typeface="Times New Roman" charset="0"/>
                <a:cs typeface="Times New Roman" charset="0"/>
              </a:rPr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1</a:t>
            </a:fld>
            <a:endParaRPr lang="en-GB" altLang="en-US" sz="90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90114" name="Rectangle 3"/>
          <p:cNvSpPr>
            <a:spLocks noGrp="1" noChangeArrowheads="1"/>
          </p:cNvSpPr>
          <p:nvPr>
            <p:ph type="subTitle" idx="4294967295"/>
          </p:nvPr>
        </p:nvSpPr>
        <p:spPr>
          <a:xfrm>
            <a:off x="5422900" y="7080850"/>
            <a:ext cx="1422400" cy="138499"/>
          </a:xfrm>
        </p:spPr>
        <p:txBody>
          <a:bodyPr anchor="ctr">
            <a:normAutofit fontScale="47500" lnSpcReduction="20000"/>
          </a:bodyPr>
          <a:lstStyle/>
          <a:p>
            <a:pPr marL="0" indent="0" algn="ctr">
              <a:buNone/>
            </a:pPr>
            <a:endParaRPr lang="en-GB" altLang="en-US" sz="90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98C04F-F428-644E-854C-E7FCD94E2D1E}"/>
              </a:ext>
            </a:extLst>
          </p:cNvPr>
          <p:cNvSpPr/>
          <p:nvPr/>
        </p:nvSpPr>
        <p:spPr>
          <a:xfrm>
            <a:off x="1143000" y="980343"/>
            <a:ext cx="584326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Times" pitchFamily="2" charset="0"/>
              </a:rPr>
              <a:t>1</a:t>
            </a:r>
            <a:r>
              <a:rPr lang="zh-CN" altLang="en-US" sz="2000" dirty="0">
                <a:latin typeface="Times" pitchFamily="2" charset="0"/>
              </a:rPr>
              <a:t> </a:t>
            </a:r>
            <a:r>
              <a:rPr lang="en-US" sz="2000" dirty="0">
                <a:latin typeface="Times" pitchFamily="2" charset="0"/>
              </a:rPr>
              <a:t>Compute</a:t>
            </a:r>
            <a:r>
              <a:rPr lang="zh-CN" altLang="en-US" sz="2000" dirty="0">
                <a:latin typeface="Times" pitchFamily="2" charset="0"/>
              </a:rPr>
              <a:t> </a:t>
            </a:r>
            <a:r>
              <a:rPr lang="en-US" altLang="zh-CN" sz="2000" dirty="0">
                <a:latin typeface="Times" pitchFamily="2" charset="0"/>
              </a:rPr>
              <a:t>pi</a:t>
            </a:r>
            <a:r>
              <a:rPr lang="zh-CN" altLang="en-US" sz="2000" dirty="0">
                <a:latin typeface="Times" pitchFamily="2" charset="0"/>
              </a:rPr>
              <a:t> </a:t>
            </a:r>
            <a:r>
              <a:rPr lang="en-US" altLang="zh-CN" sz="2000" dirty="0">
                <a:latin typeface="Times" pitchFamily="2" charset="0"/>
              </a:rPr>
              <a:t>and</a:t>
            </a:r>
            <a:r>
              <a:rPr lang="zh-CN" altLang="en-US" sz="2000" dirty="0">
                <a:latin typeface="Times" pitchFamily="2" charset="0"/>
              </a:rPr>
              <a:t> </a:t>
            </a:r>
            <a:r>
              <a:rPr lang="en-US" altLang="zh-CN" sz="2000" dirty="0">
                <a:latin typeface="Times" pitchFamily="2" charset="0"/>
              </a:rPr>
              <a:t>e</a:t>
            </a:r>
            <a:r>
              <a:rPr lang="zh-CN" altLang="en-US" sz="2000" dirty="0">
                <a:latin typeface="Times" pitchFamily="2" charset="0"/>
              </a:rPr>
              <a:t> </a:t>
            </a:r>
            <a:r>
              <a:rPr lang="en-US" altLang="zh-CN" sz="2000" dirty="0">
                <a:latin typeface="Times" pitchFamily="2" charset="0"/>
              </a:rPr>
              <a:t>(t</a:t>
            </a:r>
            <a:r>
              <a:rPr lang="en-US" sz="2000" dirty="0">
                <a:latin typeface="Times" pitchFamily="2" charset="0"/>
              </a:rPr>
              <a:t>he base of the natural logarithms</a:t>
            </a:r>
            <a:r>
              <a:rPr lang="en-US" altLang="zh-CN" sz="2000" dirty="0">
                <a:latin typeface="Times" pitchFamily="2" charset="0"/>
              </a:rPr>
              <a:t>)</a:t>
            </a:r>
          </a:p>
          <a:p>
            <a:r>
              <a:rPr lang="en-US" altLang="zh-CN" sz="2000" dirty="0">
                <a:latin typeface="Times" pitchFamily="2" charset="0"/>
              </a:rPr>
              <a:t>2</a:t>
            </a:r>
            <a:r>
              <a:rPr lang="zh-CN" altLang="en-US" sz="2000" dirty="0">
                <a:latin typeface="Times" pitchFamily="2" charset="0"/>
              </a:rPr>
              <a:t> </a:t>
            </a:r>
            <a:r>
              <a:rPr lang="en-US" altLang="zh-CN" sz="2000" dirty="0">
                <a:latin typeface="Times" pitchFamily="2" charset="0"/>
              </a:rPr>
              <a:t>Plot</a:t>
            </a:r>
            <a:r>
              <a:rPr lang="zh-CN" altLang="en-US" sz="2000" dirty="0">
                <a:latin typeface="Times" pitchFamily="2" charset="0"/>
              </a:rPr>
              <a:t> </a:t>
            </a:r>
            <a:r>
              <a:rPr lang="en-US" altLang="zh-CN" sz="2000" dirty="0">
                <a:latin typeface="Times" pitchFamily="2" charset="0"/>
              </a:rPr>
              <a:t>the</a:t>
            </a:r>
            <a:r>
              <a:rPr lang="zh-CN" altLang="en-US" sz="2000" dirty="0">
                <a:latin typeface="Times" pitchFamily="2" charset="0"/>
              </a:rPr>
              <a:t> </a:t>
            </a:r>
            <a:r>
              <a:rPr lang="en-US" altLang="zh-CN" sz="2000" dirty="0">
                <a:latin typeface="Times" pitchFamily="2" charset="0"/>
              </a:rPr>
              <a:t>butterfly</a:t>
            </a:r>
            <a:r>
              <a:rPr lang="zh-CN" altLang="en-US" sz="2000" dirty="0">
                <a:latin typeface="Times" pitchFamily="2" charset="0"/>
              </a:rPr>
              <a:t> </a:t>
            </a:r>
            <a:r>
              <a:rPr lang="en-US" altLang="zh-CN" sz="2000" dirty="0">
                <a:latin typeface="Times" pitchFamily="2" charset="0"/>
              </a:rPr>
              <a:t>curve</a:t>
            </a:r>
            <a:endParaRPr lang="en-CN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1EAD49-BA2E-2544-9C19-D51C88C18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9940" y="2331122"/>
            <a:ext cx="3799061" cy="37990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74949C-BDFD-8849-B1EA-69FC750CC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609" y="2331122"/>
            <a:ext cx="3622701" cy="3622701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BBBAFEF-97AB-2A25-B0C7-9A60DA7D7B2F}"/>
              </a:ext>
            </a:extLst>
          </p:cNvPr>
          <p:cNvSpPr txBox="1"/>
          <p:nvPr/>
        </p:nvSpPr>
        <p:spPr>
          <a:xfrm>
            <a:off x="488515" y="162838"/>
            <a:ext cx="24676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第一次作业</a:t>
            </a:r>
          </a:p>
        </p:txBody>
      </p:sp>
    </p:spTree>
    <p:extLst>
      <p:ext uri="{BB962C8B-B14F-4D97-AF65-F5344CB8AC3E}">
        <p14:creationId xmlns:p14="http://schemas.microsoft.com/office/powerpoint/2010/main" val="41045939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D4C8B1E-D219-4F02-EDEA-B28E723BFC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4971"/>
          <a:stretch>
            <a:fillRect/>
          </a:stretch>
        </p:blipFill>
        <p:spPr>
          <a:xfrm>
            <a:off x="274499" y="-137787"/>
            <a:ext cx="11643001" cy="699578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FBF2260-5A11-A4A5-FFF4-D095F42B8766}"/>
              </a:ext>
            </a:extLst>
          </p:cNvPr>
          <p:cNvSpPr txBox="1"/>
          <p:nvPr/>
        </p:nvSpPr>
        <p:spPr>
          <a:xfrm>
            <a:off x="488515" y="162838"/>
            <a:ext cx="24676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第二次作业</a:t>
            </a:r>
          </a:p>
        </p:txBody>
      </p:sp>
    </p:spTree>
    <p:extLst>
      <p:ext uri="{BB962C8B-B14F-4D97-AF65-F5344CB8AC3E}">
        <p14:creationId xmlns:p14="http://schemas.microsoft.com/office/powerpoint/2010/main" val="3770050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98BEC03E-6B39-13BC-83CA-FF2D8B69FC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540"/>
          <a:stretch>
            <a:fillRect/>
          </a:stretch>
        </p:blipFill>
        <p:spPr>
          <a:xfrm>
            <a:off x="103664" y="1"/>
            <a:ext cx="11096418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3F01EC8-CACF-6CE9-807C-8BE376D0BA04}"/>
              </a:ext>
            </a:extLst>
          </p:cNvPr>
          <p:cNvSpPr txBox="1"/>
          <p:nvPr/>
        </p:nvSpPr>
        <p:spPr>
          <a:xfrm>
            <a:off x="488515" y="162838"/>
            <a:ext cx="36074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第三次作业</a:t>
            </a:r>
          </a:p>
        </p:txBody>
      </p:sp>
    </p:spTree>
    <p:extLst>
      <p:ext uri="{BB962C8B-B14F-4D97-AF65-F5344CB8AC3E}">
        <p14:creationId xmlns:p14="http://schemas.microsoft.com/office/powerpoint/2010/main" val="561435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CB0BF-E82A-9A92-047F-D367E5053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2FBA97F-A147-982D-8FB0-090E7FF5F9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07" y="-87681"/>
            <a:ext cx="9917157" cy="7007968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E9250791-9A60-2B2C-A894-B3763BA2245B}"/>
              </a:ext>
            </a:extLst>
          </p:cNvPr>
          <p:cNvSpPr txBox="1"/>
          <p:nvPr/>
        </p:nvSpPr>
        <p:spPr>
          <a:xfrm>
            <a:off x="488515" y="162838"/>
            <a:ext cx="36074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第四次作业</a:t>
            </a:r>
          </a:p>
        </p:txBody>
      </p:sp>
    </p:spTree>
    <p:extLst>
      <p:ext uri="{BB962C8B-B14F-4D97-AF65-F5344CB8AC3E}">
        <p14:creationId xmlns:p14="http://schemas.microsoft.com/office/powerpoint/2010/main" val="2297800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6C771-9BD2-ACF8-9E0B-D5EE55124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C9F1BD2-B3E5-6739-7274-2A7DC6987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15" y="162838"/>
            <a:ext cx="9213937" cy="6511036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EDD2497-3C3D-CD1D-3042-8EC7D6A718DD}"/>
              </a:ext>
            </a:extLst>
          </p:cNvPr>
          <p:cNvSpPr txBox="1"/>
          <p:nvPr/>
        </p:nvSpPr>
        <p:spPr>
          <a:xfrm>
            <a:off x="488515" y="162838"/>
            <a:ext cx="36074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第五次作业</a:t>
            </a:r>
          </a:p>
        </p:txBody>
      </p:sp>
    </p:spTree>
    <p:extLst>
      <p:ext uri="{BB962C8B-B14F-4D97-AF65-F5344CB8AC3E}">
        <p14:creationId xmlns:p14="http://schemas.microsoft.com/office/powerpoint/2010/main" val="2168666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F1652-6B25-A009-BD06-ACDC3C711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21F7FF83-5CF4-A602-AF53-B8B140A6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894"/>
          <a:stretch>
            <a:fillRect/>
          </a:stretch>
        </p:blipFill>
        <p:spPr>
          <a:xfrm>
            <a:off x="488515" y="162839"/>
            <a:ext cx="9961959" cy="6695162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50607DA5-3B44-4BD0-3629-9F6CF1428221}"/>
              </a:ext>
            </a:extLst>
          </p:cNvPr>
          <p:cNvSpPr txBox="1"/>
          <p:nvPr/>
        </p:nvSpPr>
        <p:spPr>
          <a:xfrm>
            <a:off x="488515" y="162838"/>
            <a:ext cx="24676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第六次作业</a:t>
            </a:r>
          </a:p>
        </p:txBody>
      </p:sp>
    </p:spTree>
    <p:extLst>
      <p:ext uri="{BB962C8B-B14F-4D97-AF65-F5344CB8AC3E}">
        <p14:creationId xmlns:p14="http://schemas.microsoft.com/office/powerpoint/2010/main" val="5591623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ED2F7-9FA2-8979-40E0-613FEA115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6694FFE-7ED8-AEAF-0354-62BABAF94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15" y="149280"/>
            <a:ext cx="9493685" cy="670872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7BC8E2DB-0671-4A4C-1944-7429F6186319}"/>
              </a:ext>
            </a:extLst>
          </p:cNvPr>
          <p:cNvSpPr txBox="1"/>
          <p:nvPr/>
        </p:nvSpPr>
        <p:spPr>
          <a:xfrm>
            <a:off x="488515" y="162838"/>
            <a:ext cx="24676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第七次作业</a:t>
            </a:r>
          </a:p>
        </p:txBody>
      </p:sp>
    </p:spTree>
    <p:extLst>
      <p:ext uri="{BB962C8B-B14F-4D97-AF65-F5344CB8AC3E}">
        <p14:creationId xmlns:p14="http://schemas.microsoft.com/office/powerpoint/2010/main" val="24286369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6820C-5AF2-0BF6-E3C1-9CE0CAFB6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B0319A3-1A7F-8D32-D179-71874D49F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06" y="237795"/>
            <a:ext cx="9368425" cy="66202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165ABDE-D08C-AC11-DE46-F885E095469B}"/>
              </a:ext>
            </a:extLst>
          </p:cNvPr>
          <p:cNvSpPr txBox="1"/>
          <p:nvPr/>
        </p:nvSpPr>
        <p:spPr>
          <a:xfrm>
            <a:off x="488515" y="162838"/>
            <a:ext cx="24676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第八次作业</a:t>
            </a:r>
          </a:p>
        </p:txBody>
      </p:sp>
    </p:spTree>
    <p:extLst>
      <p:ext uri="{BB962C8B-B14F-4D97-AF65-F5344CB8AC3E}">
        <p14:creationId xmlns:p14="http://schemas.microsoft.com/office/powerpoint/2010/main" val="2235983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9E605-BC44-461B-A1B5-977FC1F67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5E7224C-E47C-C0AF-28F5-ED083CE54BB3}"/>
              </a:ext>
            </a:extLst>
          </p:cNvPr>
          <p:cNvSpPr txBox="1"/>
          <p:nvPr/>
        </p:nvSpPr>
        <p:spPr>
          <a:xfrm>
            <a:off x="488515" y="162838"/>
            <a:ext cx="24676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第九次作业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8CDEEBA-332D-11B2-3E87-03A79596F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" y="911568"/>
            <a:ext cx="9982200" cy="55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011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07715-0C78-B15B-4C95-F106EA8D5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9A3136B-3399-78B5-A89D-721FCE122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870" y="344183"/>
            <a:ext cx="9289026" cy="616963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3E6F9D6C-CE44-D51A-17FB-09EBF22AED6B}"/>
              </a:ext>
            </a:extLst>
          </p:cNvPr>
          <p:cNvSpPr txBox="1"/>
          <p:nvPr/>
        </p:nvSpPr>
        <p:spPr>
          <a:xfrm>
            <a:off x="488515" y="162838"/>
            <a:ext cx="24676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第十次作业</a:t>
            </a:r>
          </a:p>
        </p:txBody>
      </p:sp>
    </p:spTree>
    <p:extLst>
      <p:ext uri="{BB962C8B-B14F-4D97-AF65-F5344CB8AC3E}">
        <p14:creationId xmlns:p14="http://schemas.microsoft.com/office/powerpoint/2010/main" val="2592995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DED59-4B91-2341-90F2-85FF9FC7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2B206FD-99C7-08FE-8E1E-D9BEF5908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15" y="686058"/>
            <a:ext cx="10291916" cy="5640838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30B6D51A-CEA3-A59A-16BF-05195F7962AD}"/>
              </a:ext>
            </a:extLst>
          </p:cNvPr>
          <p:cNvSpPr txBox="1"/>
          <p:nvPr/>
        </p:nvSpPr>
        <p:spPr>
          <a:xfrm>
            <a:off x="488515" y="162838"/>
            <a:ext cx="24676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第十一次作业</a:t>
            </a:r>
          </a:p>
        </p:txBody>
      </p:sp>
    </p:spTree>
    <p:extLst>
      <p:ext uri="{BB962C8B-B14F-4D97-AF65-F5344CB8AC3E}">
        <p14:creationId xmlns:p14="http://schemas.microsoft.com/office/powerpoint/2010/main" val="1823496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53</Words>
  <Application>Microsoft Macintosh PowerPoint</Application>
  <PresentationFormat>宽屏</PresentationFormat>
  <Paragraphs>15</Paragraphs>
  <Slides>11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等线</vt:lpstr>
      <vt:lpstr>等线 Light</vt:lpstr>
      <vt:lpstr>SimHei</vt:lpstr>
      <vt:lpstr>Times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e33023</dc:creator>
  <cp:lastModifiedBy>e33023</cp:lastModifiedBy>
  <cp:revision>3</cp:revision>
  <dcterms:created xsi:type="dcterms:W3CDTF">2026-04-12T12:43:52Z</dcterms:created>
  <dcterms:modified xsi:type="dcterms:W3CDTF">2026-06-09T12:19:06Z</dcterms:modified>
</cp:coreProperties>
</file>